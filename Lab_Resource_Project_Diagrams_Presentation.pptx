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Lab Resource Utilization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Major Project</a:t>
            </a:r>
          </a:p>
          <a:p/>
          <a:p>
            <a:r>
              <a:t>Objectives:</a:t>
            </a:r>
          </a:p>
          <a:p>
            <a:r>
              <a:t>• Online equipment booking</a:t>
            </a:r>
          </a:p>
          <a:p>
            <a:r>
              <a:t>• Faculty approval</a:t>
            </a:r>
          </a:p>
          <a:p>
            <a:r>
              <a:t>• Equipment tracking</a:t>
            </a:r>
          </a:p>
          <a:p>
            <a:r>
              <a:t>• Maintenance management</a:t>
            </a:r>
          </a:p>
          <a:p>
            <a:r>
              <a:t>• Reports &amp;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Workflow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Login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0" y="14630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0" y="27432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Authenticate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23774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0" y="36576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Select Role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32918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45720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Book/Manage Resources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0" y="42062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0" y="54864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Update 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51206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0" y="64008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0" y="60350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Web UI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0" y="14630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0" y="27432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Application Layer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23774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0" y="36576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Authentication &amp; Booking Modules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32918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45720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MySQL Database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0" y="42062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DFD Level 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Student/Faculty/Admin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Lab Resource Utilization Platform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0" y="14630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0" y="27432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Database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23774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DFD Level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User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Equipment Booking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0" y="14630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0" y="27432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Faculty Approval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23774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0" y="36576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Report Generation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32918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ER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Student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Booking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0" y="14630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14800" y="27432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Equipment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0" y="23774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14800" y="36576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Faculty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0" y="32918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45720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Maintenance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0" y="42062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14800" y="5486400"/>
            <a:ext cx="27432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5120640"/>
            <a:ext cx="0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Important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Technology: HTML, CSS, JavaScript, PHP, MySQL</a:t>
            </a:r>
          </a:p>
          <a:p>
            <a:r>
              <a:t>Modules: Student, Faculty, Admin</a:t>
            </a:r>
          </a:p>
          <a:p>
            <a:r>
              <a:t>Database: Student, Booking, Equipment, Faculty, Maintenance, Lab</a:t>
            </a:r>
          </a:p>
          <a:p>
            <a:r>
              <a:t>Features: Login, Booking, Approval, Reports, Maintenance</a:t>
            </a:r>
          </a:p>
          <a:p>
            <a:r>
              <a:t>Benefits: Efficient resource utilization, Reduced conflicts, Digital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