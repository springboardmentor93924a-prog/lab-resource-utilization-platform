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Bricolage Grotesque" panose="020B0604020202020204" charset="0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jIag3UzWnSG1OqD8DEzcqGxpMF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5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2" name="Google Shape;28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54F9A8-8CCB-856E-8FBB-D80481704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8479068" cy="101812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82E5734-3120-897B-3F98-CA6CE632D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30" y="0"/>
            <a:ext cx="1804234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2082ADB-F91B-C6B4-D38F-51211A1FF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78" y="74075"/>
            <a:ext cx="18151522" cy="102129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1DADB7-FC38-7957-C154-503D9B602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0993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5"/>
          <p:cNvGrpSpPr/>
          <p:nvPr/>
        </p:nvGrpSpPr>
        <p:grpSpPr>
          <a:xfrm rot="8100000">
            <a:off x="139032" y="-256232"/>
            <a:ext cx="3331353" cy="1411904"/>
            <a:chOff x="0" y="-38100"/>
            <a:chExt cx="882773" cy="374139"/>
          </a:xfrm>
        </p:grpSpPr>
        <p:sp>
          <p:nvSpPr>
            <p:cNvPr id="184" name="Google Shape;184;p5"/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 extrusionOk="0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D4F59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5"/>
            <p:cNvSpPr txBox="1"/>
            <p:nvPr/>
          </p:nvSpPr>
          <p:spPr>
            <a:xfrm>
              <a:off x="0" y="-38100"/>
              <a:ext cx="882773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325" tIns="51325" rIns="51325" bIns="51325" anchor="ctr" anchorCtr="0">
              <a:noAutofit/>
            </a:bodyPr>
            <a:lstStyle/>
            <a:p>
              <a:pPr marL="0" marR="0" lvl="0" indent="0" algn="ctr" rtl="0">
                <a:lnSpc>
                  <a:spcPct val="108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" name="Google Shape;186;p5"/>
          <p:cNvGrpSpPr/>
          <p:nvPr/>
        </p:nvGrpSpPr>
        <p:grpSpPr>
          <a:xfrm rot="8100000">
            <a:off x="14897628" y="9217754"/>
            <a:ext cx="3353610" cy="1421336"/>
            <a:chOff x="0" y="-38100"/>
            <a:chExt cx="882773" cy="374139"/>
          </a:xfrm>
        </p:grpSpPr>
        <p:sp>
          <p:nvSpPr>
            <p:cNvPr id="187" name="Google Shape;187;p5"/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 extrusionOk="0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0AF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5"/>
            <p:cNvSpPr txBox="1"/>
            <p:nvPr/>
          </p:nvSpPr>
          <p:spPr>
            <a:xfrm>
              <a:off x="0" y="-38100"/>
              <a:ext cx="882773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750" tIns="18750" rIns="18750" bIns="18750" anchor="ctr" anchorCtr="0">
              <a:noAutofit/>
            </a:bodyPr>
            <a:lstStyle/>
            <a:p>
              <a:pPr marL="0" marR="0" lvl="0" indent="0" algn="ctr" rtl="0">
                <a:lnSpc>
                  <a:spcPct val="9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9" name="Google Shape;189;p5"/>
          <p:cNvGrpSpPr/>
          <p:nvPr/>
        </p:nvGrpSpPr>
        <p:grpSpPr>
          <a:xfrm>
            <a:off x="974459" y="2126677"/>
            <a:ext cx="16339050" cy="5982624"/>
            <a:chOff x="0" y="-512625"/>
            <a:chExt cx="21785400" cy="7976833"/>
          </a:xfrm>
        </p:grpSpPr>
        <p:sp>
          <p:nvSpPr>
            <p:cNvPr id="190" name="Google Shape;190;p5"/>
            <p:cNvSpPr txBox="1"/>
            <p:nvPr/>
          </p:nvSpPr>
          <p:spPr>
            <a:xfrm>
              <a:off x="0" y="1206208"/>
              <a:ext cx="21785400" cy="625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9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93" b="0" i="0" u="none" strike="noStrike" cap="non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The system architecture of CampusEventHub is designed to ensure </a:t>
              </a:r>
              <a:r>
                <a:rPr lang="en-US" sz="2693" b="1" i="0" u="none" strike="noStrike" cap="non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robust performance</a:t>
              </a:r>
              <a:r>
                <a:rPr lang="en-US" sz="2693" b="0" i="0" u="none" strike="noStrike" cap="non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 and scalability. Key components include:</a:t>
              </a:r>
              <a:endParaRPr/>
            </a:p>
            <a:p>
              <a:pPr marL="581615" marR="0" lvl="1" indent="-290807" algn="l" rtl="0">
                <a:lnSpc>
                  <a:spcPct val="129038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2693"/>
                <a:buFont typeface="Arial"/>
                <a:buChar char="•"/>
              </a:pPr>
              <a:r>
                <a:rPr lang="en-US" sz="2693" b="1" i="0" u="none" strike="noStrike" cap="non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Modular Design</a:t>
              </a:r>
              <a:r>
                <a:rPr lang="en-US" sz="2693" b="0" i="0" u="none" strike="noStrike" cap="non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: Each feature operates independently, allowing for easy updates and enhancements.</a:t>
              </a:r>
              <a:endParaRPr/>
            </a:p>
            <a:p>
              <a:pPr marL="581615" marR="0" lvl="1" indent="-290807" algn="l" rtl="0">
                <a:lnSpc>
                  <a:spcPct val="129038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2693"/>
                <a:buFont typeface="Arial"/>
                <a:buChar char="•"/>
              </a:pPr>
              <a:r>
                <a:rPr lang="en-US" sz="2693" b="1" i="0" u="none" strike="noStrike" cap="non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APIs for Integration</a:t>
              </a:r>
              <a:r>
                <a:rPr lang="en-US" sz="2693" b="0" i="0" u="none" strike="noStrike" cap="non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: RESTful APIs facilitate seamless communication between different services and components.</a:t>
              </a:r>
              <a:endParaRPr/>
            </a:p>
            <a:p>
              <a:pPr marL="581615" marR="0" lvl="1" indent="-290807" algn="l" rtl="0">
                <a:lnSpc>
                  <a:spcPct val="129038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2693"/>
                <a:buFont typeface="Arial"/>
                <a:buChar char="•"/>
              </a:pPr>
              <a:r>
                <a:rPr lang="en-US" sz="2693" b="1" i="0" u="none" strike="noStrike" cap="non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Data Security</a:t>
              </a:r>
              <a:r>
                <a:rPr lang="en-US" sz="2693" b="0" i="0" u="none" strike="noStrike" cap="non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: Implementation of JWT for secure user sessions and data encryption safeguards user information.</a:t>
              </a:r>
              <a:endParaRPr/>
            </a:p>
            <a:p>
              <a:pPr marL="581615" marR="0" lvl="1" indent="-290807" algn="l" rtl="0">
                <a:lnSpc>
                  <a:spcPct val="129038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2693"/>
                <a:buFont typeface="Arial"/>
                <a:buChar char="•"/>
              </a:pPr>
              <a:r>
                <a:rPr lang="en-US" sz="2693" b="1" i="0" u="none" strike="noStrike" cap="non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Scalability</a:t>
              </a:r>
              <a:r>
                <a:rPr lang="en-US" sz="2693" b="0" i="0" u="none" strike="noStrike" cap="non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: The architecture supports horizontal scaling to accommodate growing user demands without compromising performance.</a:t>
              </a:r>
              <a:endParaRPr/>
            </a:p>
          </p:txBody>
        </p:sp>
        <p:sp>
          <p:nvSpPr>
            <p:cNvPr id="191" name="Google Shape;191;p5"/>
            <p:cNvSpPr txBox="1"/>
            <p:nvPr/>
          </p:nvSpPr>
          <p:spPr>
            <a:xfrm>
              <a:off x="0" y="-512625"/>
              <a:ext cx="21785400" cy="83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54" b="1" i="0" u="none" strike="noStrike" cap="none" dirty="0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System Architecture Overview</a:t>
              </a:r>
              <a:endParaRPr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7D2007B-804D-ADF4-D484-FFF507CB6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09" y="232012"/>
            <a:ext cx="18206112" cy="100549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92BC37-9B97-A31A-2CE9-5B5F7A7FE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0583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A8445F-072C-2076-FD17-4AF006E8E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178817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"/>
          <p:cNvSpPr txBox="1"/>
          <p:nvPr/>
        </p:nvSpPr>
        <p:spPr>
          <a:xfrm>
            <a:off x="224868" y="7135093"/>
            <a:ext cx="8919132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/>
            <a:r>
              <a:rPr lang="en-IN" sz="3200" dirty="0">
                <a:solidFill>
                  <a:schemeClr val="bg1"/>
                </a:solidFill>
              </a:rPr>
              <a:t>These mock-ups show a simple, user-friendly interface for easy equipment booking and resource management.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1F7529-2DDF-A531-FABA-4574C56F4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5444" y="281433"/>
            <a:ext cx="7677186" cy="50275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15FB52-6335-4ACD-2AFB-1334607288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868" y="96392"/>
            <a:ext cx="8919132" cy="59632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5D1412-A194-B7CE-05A7-FE4EBC5308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4729" y="5855203"/>
            <a:ext cx="8458403" cy="40371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A9261A2-0540-D4D1-7E5F-745E032BE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34" y="163773"/>
            <a:ext cx="17974101" cy="98400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FD3359-768B-1BB9-32C9-F98628392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183"/>
            <a:ext cx="18192465" cy="100038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4FA8DD-EB0F-4175-8779-8E94F1E47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34" y="0"/>
            <a:ext cx="18015045" cy="102869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F0B81A-BC85-ECC3-8093-81DE4E271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82" y="0"/>
            <a:ext cx="18178818" cy="1011299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FC8DCA-F162-CEAD-B7A7-8BB6F829C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90" y="191069"/>
            <a:ext cx="18052575" cy="99628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E4F125-7A1B-FBE3-1B4B-5414F53D4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735"/>
            <a:ext cx="18288000" cy="102897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100</Words>
  <Application>Microsoft Office PowerPoint</Application>
  <PresentationFormat>Custom</PresentationFormat>
  <Paragraphs>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Bricolage Grotesque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Nithin T</cp:lastModifiedBy>
  <cp:revision>11</cp:revision>
  <dcterms:created xsi:type="dcterms:W3CDTF">2006-08-16T00:00:00Z</dcterms:created>
  <dcterms:modified xsi:type="dcterms:W3CDTF">2026-09-18T11:39:23Z</dcterms:modified>
</cp:coreProperties>
</file>